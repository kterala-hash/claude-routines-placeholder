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Health — Sprint 50 Weekly Update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21 – Aug 3, 2026  ·  Reporting period Jul 20 – Jul 27,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201168"/>
            <a:ext cx="68580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2377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732520" y="5486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500616" y="201168"/>
            <a:ext cx="68580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0616" y="2377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00616" y="5486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268712" y="201168"/>
            <a:ext cx="68580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68712" y="2377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68712" y="5486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036808" y="201168"/>
            <a:ext cx="68580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36808" y="2377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036808" y="5486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1051560"/>
            <a:ext cx="2788920" cy="2615184"/>
          </a:xfrm>
          <a:prstGeom prst="roundRect">
            <a:avLst>
              <a:gd name="adj" fmla="val 2098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16128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Capture for Journey Exit &amp; Completion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" y="1417320"/>
            <a:ext cx="253288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Extending feedback form launch support across SDK actions and lifecycle events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Enhancing feedback question configuration (placeholder, limits, validation)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Adding feedback form analytics across all tools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Dev sanity testing for feedback feature across SDK tools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Enabling feedback feature by default in SDK templates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93776" y="255574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Migration for Backend Services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" y="2811780"/>
            <a:ext cx="2532888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1E8E5A"/>
                </a:solidFill>
              </a:rPr>
              <a:t>COMPLETED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Validated build/test/monitoring readiness ahead of release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Migrating Tooth Check Tool API to monorepo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Migrating Poop Scan Tool API to monorepo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282696" y="1051560"/>
            <a:ext cx="2788920" cy="3241548"/>
          </a:xfrm>
          <a:prstGeom prst="roundRect">
            <a:avLst>
              <a:gd name="adj" fmla="val 196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116128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Application-Side Role Assignment (RBAC)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10712" y="1417320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Building user role data model and repository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Developing user role service logic and safety guards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410712" y="196596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Creation from SDK Version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10712" y="2221992"/>
            <a:ext cx="2532888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Delivered template creation from existing SDK version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Delivered template export as downloadable JSON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Enabling template creation from uploaded JSON file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410712" y="296722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Manager Enhancements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10712" y="3223260"/>
            <a:ext cx="253288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Investigating on-hold/paused service integration handling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410712" y="357530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Stability &amp; Performance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10712" y="3831336"/>
            <a:ext cx="253288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Add/remove additional properties in Service Catalog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199632" y="1051560"/>
            <a:ext cx="2788920" cy="3044952"/>
          </a:xfrm>
          <a:prstGeom prst="roundRect">
            <a:avLst>
              <a:gd name="adj" fmla="val 196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116128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Requests &amp; Support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27648" y="1417320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Migrating CocoaScan &amp; SFMC token caching to Redis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Expanding unit test coverage for Redis migration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327648" y="196596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Logs Monitoring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27648" y="2221992"/>
            <a:ext cx="253288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Rolling out daily production log monitoring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327648" y="257403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Practices &amp; Platform Reliability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27648" y="2830068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1E8E5A"/>
                </a:solidFill>
              </a:rPr>
              <a:t>COMPLETED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Domain whitelisting across production and pre-production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Validating SAS URL access via self-hosted runner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327648" y="33787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ToothScan Pro Web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27648" y="3634740"/>
            <a:ext cx="253288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Defined technical approach and solution design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9116568" y="1051560"/>
            <a:ext cx="2788920" cy="3186684"/>
          </a:xfrm>
          <a:prstGeom prst="roundRect">
            <a:avLst>
              <a:gd name="adj" fmla="val 196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44584" y="116128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244584" y="1417320"/>
            <a:ext cx="2532888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B06A00"/>
                </a:solidFill>
              </a:rPr>
              <a:t>QA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Extended region/country lists with standardized coverage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Consistent save/delete/lifecycle for SDK versions &amp; variants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Refactoring download-results codebase across Check SDK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2F6FEB"/>
                </a:solidFill>
              </a:rPr>
              <a:t>IN PROGRESS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Evaluating Devin AI as a dev acceleration tool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Fixing bundle version config history bug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Resolving environment banner 400 error (Dev/Stage/Pre-prod)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Migrating Campaign API to monorepo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Sprint QA verification activities (incl. carryover)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Fixing ToothScan template icon design inconsistency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Fixing missing breed option in PWC weight class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Fixing non-clickable result screen in ToothScan 2.0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Fixing country list sorting in Brand settings</a:t>
            </a:r>
            <a:endParaRPr lang="en-US" sz="650" dirty="0"/>
          </a:p>
          <a:p>
            <a:pPr marL="114300" indent="-114300">
              <a:lnSpc>
                <a:spcPct val="100000"/>
              </a:lnSpc>
              <a:spcAft>
                <a:spcPts val="150"/>
              </a:spcAft>
              <a:buSzPct val="100000"/>
              <a:buChar char="●"/>
            </a:pPr>
            <a:r>
              <a:rPr lang="en-US" sz="650" b="1" dirty="0">
                <a:solidFill>
                  <a:srgbClr val="6B7280"/>
                </a:solidFill>
              </a:rPr>
              <a:t>PLANNED  </a:t>
            </a:r>
            <a:pPr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730" dirty="0">
                <a:solidFill>
                  <a:srgbClr val="22262E"/>
                </a:solidFill>
              </a:rPr>
              <a:t>Fixing calendar date selection bug in PWC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2026-07-27T03:42:29Z</dcterms:created>
  <dcterms:modified xsi:type="dcterms:W3CDTF">2026-07-27T03:42:29Z</dcterms:modified>
</cp:coreProperties>
</file>