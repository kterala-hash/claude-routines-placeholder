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Digital Health – Weekly Status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30352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0B8D8"/>
                </a:solidFill>
              </a:rPr>
              <a:t>Mars Petcare Digital Health Platform  |  Sprint 48  |  Week of June 23–29,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91440"/>
            <a:ext cx="74980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09728"/>
            <a:ext cx="74980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22C55E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502920"/>
            <a:ext cx="74980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A0B8D8"/>
                </a:solidFill>
              </a:rPr>
              <a:t>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674352" y="91440"/>
            <a:ext cx="74980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74352" y="109728"/>
            <a:ext cx="74980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4352" y="502920"/>
            <a:ext cx="74980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A0B8D8"/>
                </a:solidFill>
              </a:rPr>
              <a:t>In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9024" y="91440"/>
            <a:ext cx="74980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9024" y="109728"/>
            <a:ext cx="74980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3B82F6"/>
                </a:solidFill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9024" y="502920"/>
            <a:ext cx="74980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A0B8D8"/>
                </a:solidFill>
              </a:rPr>
              <a:t>In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83696" y="91440"/>
            <a:ext cx="74980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83696" y="109728"/>
            <a:ext cx="74980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8B5CF6"/>
                </a:solidFill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83696" y="502920"/>
            <a:ext cx="74980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A0B8D8"/>
                </a:solidFill>
              </a:rP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1005840"/>
            <a:ext cx="38404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0369A1"/>
                </a:solidFill>
              </a:rPr>
              <a:t>SDK MANAGER ENHANCEMENTS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143000"/>
            <a:ext cx="3840480" cy="832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1188720"/>
            <a:ext cx="36576" cy="7406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188720"/>
            <a:ext cx="370332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SDK MANAGER ENHANCEMENTS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316736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Config ID based bundle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508760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508760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1645919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Configuration History,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1769363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Configurations Variants Relations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029968"/>
            <a:ext cx="3840480" cy="1764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2075688"/>
            <a:ext cx="36576" cy="167335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075688"/>
            <a:ext cx="370332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SDK MANAGER ENHANCEMENTS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203704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Configurable Journey Navigation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395728"/>
            <a:ext cx="64008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395728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2532888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Navigation Rules Save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2656332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Implement Navigation Rules and view conditions 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2779776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navigation rules and view condition schema changes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903220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903220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3040379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UX Design: SDK Manager Configuration Experience for Navigation…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163824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Configure Screen Lifecycle Actions in Screen Builder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287268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287268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3424427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Execute Screen Lifecycle Actions in SDK Runtime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3547872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Idempotent Outcome Persistence for Lifecycle Actions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849624"/>
            <a:ext cx="3840480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3895344"/>
            <a:ext cx="36576" cy="6126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3895344"/>
            <a:ext cx="370332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SDK MANAGER ENHANCEMENTS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023359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Create SDK Version Workflow Enhancements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15383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215383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4352544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Consistent Save / Delete / Lifecycle for Versions &amp; Variants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" y="4608576"/>
            <a:ext cx="3840480" cy="978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" y="4654296"/>
            <a:ext cx="36576" cy="8869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654296"/>
            <a:ext cx="370332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SDK MANAGER ENHANCEMENTS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4782312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Edit Sub Brand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74336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974336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5111496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Allow Sub-Brand to Override Parent Brand Logo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234940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5234940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5372100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Issues while creating sub brand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5641848"/>
            <a:ext cx="3840480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2880" y="5687568"/>
            <a:ext cx="36576" cy="6126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5687568"/>
            <a:ext cx="370332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SDK MANAGER ENHANCEMENTS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5815583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Platform Stability and Performance Modernization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6007607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007607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6144768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Reusable content component for Large Text in D&amp;D Components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6400800"/>
            <a:ext cx="3840480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82880" y="6446520"/>
            <a:ext cx="36576" cy="6126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446520"/>
            <a:ext cx="370332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SDK MANAGER ENHANCEMENTS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6574536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Template Creation from SDK Version in SDK Manager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6766559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6766559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6903720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Create Template from Existing SDK Version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0520" y="1005840"/>
            <a:ext cx="38404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0369A1"/>
                </a:solidFill>
              </a:rPr>
              <a:t>SDKS &amp; EPICS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60520" y="1143000"/>
            <a:ext cx="3840480" cy="832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60520" y="1188720"/>
            <a:ext cx="36576" cy="7406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51959" y="1188720"/>
            <a:ext cx="370332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MONOREPO MIGRATION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51959" y="1316736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Monorepo Migration for Backend Services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51959" y="1508760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51959" y="1508760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0" y="1645919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Enable Configuration-Driven Backend URL Resolution for Check &amp;…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97680" y="1769363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Datadog Monitoring Migration + Localization + Shared Library A…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60520" y="2029968"/>
            <a:ext cx="3840480" cy="1362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60520" y="2075688"/>
            <a:ext cx="36576" cy="1271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51959" y="2075688"/>
            <a:ext cx="370332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UI/UX OPTIMIZATION &amp; CONVERSION GROWTH INITIATIVE ACROSS DIGITAL HEALTH TOOLS AND BRANDS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51959" y="2203704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Feedback Capture for Journey Exit and Completion (All Tools)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51959" y="2395728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51959" y="2395728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7680" y="2532888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submit feedback API implementation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51959" y="2656332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51959" y="2656332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97680" y="2793492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Implement Feedback Form Component  (D&amp;D, Macro, Preview)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97680" y="2916936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Feedback Form API Integration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97680" y="3040380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Analytics Changes – Add Feedback Form Analytics to Existing Tools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97680" y="3163824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SDK Settings – Add Feedback Form Frequency &amp; TTL Configuration…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60520" y="3447288"/>
            <a:ext cx="38404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160520" y="3493008"/>
            <a:ext cx="36576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51959" y="3493008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Apply DevOps Practices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51959" y="3685032"/>
            <a:ext cx="64008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51959" y="3685032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97680" y="3822192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Fix: failing workflow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51959" y="3945636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51959" y="3945636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97680" y="4082796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DevOps activities for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60520" y="4343400"/>
            <a:ext cx="38404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160520" y="4389120"/>
            <a:ext cx="36576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51959" y="4389120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Assembly and Operations - SDKM and SDK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51959" y="4581144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51959" y="4581144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97680" y="4718304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Configure Max integration for Pedigree_Toothscan 1.1 for Thail…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97680" y="4841748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Update feedback Content for Poopscan_Royal Canin RC for Thailand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51959" y="4965192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251959" y="4965192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97680" y="5102352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Create SDK &amp; Sub Brand  for Poopscan_Royal Canin_Malaysia(en-AU)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297680" y="5225796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Create SDK &amp; Sub Brand  for Poopscan_Royal Canin_Philippines(e…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60520" y="5495544"/>
            <a:ext cx="384048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160520" y="5541264"/>
            <a:ext cx="36576" cy="6035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251959" y="5541264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Daily Production logs monitoring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251959" y="5733288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251959" y="5733288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97680" y="5870448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Production Log Monitoring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97680" y="5993892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Daily Log Monitoring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160520" y="6245352"/>
            <a:ext cx="3840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160520" y="6291072"/>
            <a:ext cx="36576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251959" y="6291072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Phase 1 - Enhancements to Puppy Weight Check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251959" y="6483096"/>
            <a:ext cx="64008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51959" y="6483096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97680" y="6620256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Feedback Items of Puppy WeightCheck SDK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138160" y="1005840"/>
            <a:ext cx="38404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0369A1"/>
                </a:solidFill>
              </a:rPr>
              <a:t>ACTIVE ITEMS &amp; BUGS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138160" y="1143000"/>
            <a:ext cx="3840480" cy="43159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138160" y="1188720"/>
            <a:ext cx="36576" cy="42245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229600" y="1188720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Digital Health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229600" y="1380744"/>
            <a:ext cx="64008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229600" y="1380744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75320" y="1517904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Content needs to remove from last paragraph of welcome page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75320" y="1641348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Message needs to be updated for fun fact page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75320" y="1764792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space needs to add in question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75320" y="1888236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Back button should be present on Additional Resources page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229600" y="2011680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229600" y="2011680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75320" y="2148840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When we delete any assigned Bundle no alert is shown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275320" y="2272284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When we change the status to Draft it should not show in dropd…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75320" y="2395728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Calendar doesn't pop up to enter the date &amp; Weekday Names are …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275320" y="2519172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QA activities for the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275320" y="2642615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Discovery – Infrastructure Provisioning Automation for Mars Az…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275320" y="2766059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Safe &amp; consistent Save / Delete / Lifecycle for Versions &amp; Var…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75320" y="2889503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Display Environment Banner in Header (Dev, Stage, PreProd &amp; Prod)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75320" y="3012947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The welcome screen in the mobile app is getting stuck after en…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275320" y="3136391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The camera screen buttons need to be redesigned or a new appro…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75320" y="3259835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Error state messages need to be handled properly on the previe…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229600" y="3383279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229600" y="3383279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520439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Analysis API and the Submission results are taking more then e…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75320" y="3643883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Container size is not constant in Download Results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275320" y="3767327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Configure Max integration for Toothscan 1.1 for Pedigree Phili…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75320" y="3890771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Logger error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275320" y="4014215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In Configuration history the Version is not changing when chan…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75320" y="4137659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Refactor jobs into workers folder and standardize job document…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4261103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Perform Integration testing on Toothscan 2.0 and report bugs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275320" y="4384547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Validation messages from preview screen are not showing properly.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275320" y="4507991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Image Not found error message is showing when user try submitt…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275320" y="4631435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Verify the GA Tags for the Toothscan 2.0 User Story - 1397035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275320" y="4754879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Enable Configuration-Driven Backend URL Resolution for Check &amp;…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75320" y="4878323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Implement SDK Version Template Listing by Species &amp; Tool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5001767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Valid option is showing as clickable on preview screen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275320" y="5125211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Verify Image upload scenarios for the Toothscan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138160" y="5513832"/>
            <a:ext cx="384048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138160" y="5559552"/>
            <a:ext cx="36576" cy="6035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229600" y="5559552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Digital Health\Assembly and Operations Team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229600" y="5751576"/>
            <a:ext cx="640080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229600" y="5751576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275320" y="5888736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Configure Max integration for Pedigree Toothscan 1.1 for Thailand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75320" y="6012180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Create a SDK Version, Variant &amp; Brand for Poopscan_France(fr-FR)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138160" y="6263640"/>
            <a:ext cx="38404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138160" y="6309360"/>
            <a:ext cx="36576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229600" y="6309360"/>
            <a:ext cx="3703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0F172A"/>
                </a:solidFill>
              </a:rPr>
              <a:t>Digital Health\Care SDK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29600" y="6501384"/>
            <a:ext cx="64008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29600" y="6501384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275320" y="6638544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Variant Configurations view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229600" y="6761988"/>
            <a:ext cx="64008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229600" y="6761988"/>
            <a:ext cx="6400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275320" y="6899148"/>
            <a:ext cx="3611880" cy="118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0F172A"/>
                </a:solidFill>
              </a:rPr>
              <a:t>→ Update Minimum and Maximum Weight Ranges for Weight Check Tool…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82880" y="6684264"/>
            <a:ext cx="11887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Digital Health Platform  ·  Sprint 48  ·  Generated June 29, 2026  ·  Total work items: 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