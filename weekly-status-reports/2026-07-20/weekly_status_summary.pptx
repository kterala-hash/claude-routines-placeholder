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46304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Digital Health – Weekly Status Report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 Sprint 49 (7 Jul 2026 – 20 Jul 2026)   ·   Reporting period: 13–20 Jul 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0561320" y="146304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items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2626614" cy="5166360"/>
          </a:xfrm>
          <a:prstGeom prst="roundRect">
            <a:avLst>
              <a:gd name="adj" fmla="val 2785"/>
            </a:avLst>
          </a:prstGeom>
          <a:solidFill>
            <a:srgbClr val="E7F6E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90472"/>
            <a:ext cx="2352294" cy="384048"/>
          </a:xfrm>
          <a:prstGeom prst="roundRect">
            <a:avLst>
              <a:gd name="adj" fmla="val 14286"/>
            </a:avLst>
          </a:prstGeom>
          <a:solidFill>
            <a:srgbClr val="1F9D55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490472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 (12)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21792" y="2002536"/>
            <a:ext cx="229743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brand logo updates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Singapore added to brand country list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library alignment &amp; version pinning (auth, cache, error-utils, utility, storage)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outcomes migration logging/observability improved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version template group/type filtering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solution design for Toothscan Pro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 breed chart extended with new weight classes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design for configurable journey navigation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workflow warning cleanup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Thumbnail preview fix for inherited brand logos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banner dropdown scroll fix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content preview &amp; character limit increase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39846" y="1325880"/>
            <a:ext cx="2626614" cy="5166360"/>
          </a:xfrm>
          <a:prstGeom prst="roundRect">
            <a:avLst>
              <a:gd name="adj" fmla="val 2785"/>
            </a:avLst>
          </a:prstGeom>
          <a:solidFill>
            <a:srgbClr val="FBF1D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7006" y="1490472"/>
            <a:ext cx="2352294" cy="384048"/>
          </a:xfrm>
          <a:prstGeom prst="roundRect">
            <a:avLst>
              <a:gd name="adj" fmla="val 14286"/>
            </a:avLst>
          </a:prstGeom>
          <a:solidFill>
            <a:srgbClr val="C58A00"/>
          </a:solidFill>
          <a:ln/>
        </p:spPr>
      </p:sp>
      <p:sp>
        <p:nvSpPr>
          <p:cNvPr id="12" name="Text 10"/>
          <p:cNvSpPr/>
          <p:nvPr/>
        </p:nvSpPr>
        <p:spPr>
          <a:xfrm>
            <a:off x="3477006" y="1490472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 (7)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04438" y="2002536"/>
            <a:ext cx="229743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Brand/sub-brand logo replace &amp; override capability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date-picker display fix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capture additional properties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Builder lifecycle actions verification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breed-size auto-selection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ID storage extended to remaining outcome services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Copy-and-paste support for screen/SDK version components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2492" y="1325880"/>
            <a:ext cx="2626614" cy="5166360"/>
          </a:xfrm>
          <a:prstGeom prst="roundRect">
            <a:avLst>
              <a:gd name="adj" fmla="val 2785"/>
            </a:avLst>
          </a:prstGeom>
          <a:solidFill>
            <a:srgbClr val="E3EBFC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9652" y="1490472"/>
            <a:ext cx="2352294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6359652" y="1490472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(10)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387084" y="2002536"/>
            <a:ext cx="229743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build/test/monitoring readiness validation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Reference-based image processing migration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 drag-and-drop component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form API integration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Save/delete/lifecycle standardization for versions &amp; variants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production log monitoring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deployment workflow for Azure Function Apps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Blob storage file transfer migration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report codebase refactor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button tracking identifiers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105138" y="1325880"/>
            <a:ext cx="2626614" cy="5166360"/>
          </a:xfrm>
          <a:prstGeom prst="roundRect">
            <a:avLst>
              <a:gd name="adj" fmla="val 2785"/>
            </a:avLst>
          </a:prstGeom>
          <a:solidFill>
            <a:srgbClr val="ECEDEF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242298" y="1490472"/>
            <a:ext cx="2352294" cy="384048"/>
          </a:xfrm>
          <a:prstGeom prst="roundRect">
            <a:avLst>
              <a:gd name="adj" fmla="val 14286"/>
            </a:avLst>
          </a:prstGeom>
          <a:solidFill>
            <a:srgbClr val="6B7280"/>
          </a:solidFill>
          <a:ln/>
        </p:spPr>
      </p:sp>
      <p:sp>
        <p:nvSpPr>
          <p:cNvPr id="20" name="Text 18"/>
          <p:cNvSpPr/>
          <p:nvPr/>
        </p:nvSpPr>
        <p:spPr>
          <a:xfrm>
            <a:off x="9242298" y="1490472"/>
            <a:ext cx="235229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 (3)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269730" y="2002536"/>
            <a:ext cx="229743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 banner switch error fix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Carousel navigation button issue</a:t>
            </a:r>
            <a:endParaRPr lang="en-US" sz="1050" dirty="0"/>
          </a:p>
          <a:p>
            <a:pPr marL="127000" indent="-1270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2427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history version display issue (on hold)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65392"/>
            <a:ext cx="11274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20 Jul 2026 from Azure DevOps — Project Digital Health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2026-07-20T03:38:37Z</dcterms:created>
  <dcterms:modified xsi:type="dcterms:W3CDTF">2026-07-20T03:38:37Z</dcterms:modified>
</cp:coreProperties>
</file>