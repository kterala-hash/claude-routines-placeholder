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36576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Digital Health Platform – Weekly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32918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Segoe UI"/>
              </a:rPr>
              <a:t>Project: Digital Health  ·  GD Core Team  ·  Report Date: June 29,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692640" y="164592"/>
            <a:ext cx="2331720" cy="329184"/>
          </a:xfrm>
          <a:prstGeom prst="rect">
            <a:avLst/>
          </a:prstGeom>
          <a:solidFill>
            <a:srgbClr val="0D47A1"/>
          </a:solidFill>
          <a:ln w="9525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38360" y="17373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GD Sprint 48  ·  Jun 23 – Jul 6,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"/>
            <a:ext cx="12188952" cy="5907024"/>
          </a:xfrm>
          <a:prstGeom prst="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62025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8909C"/>
                </a:solidFill>
                <a:latin typeface="Segoe UI"/>
              </a:rPr>
              <a:t>Digital Health Platform  ·  GD Core Team  ·  GD Sprint 48  ·  Jun 23 – Jul 6,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620255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8909C"/>
                </a:solidFill>
                <a:latin typeface="Segoe UI"/>
              </a:rPr>
              <a:t>✓ 9 Completed     ⚙ 4 In QA     ⟳ 22 In Progress     ◷ 24 Planned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2666" y="658368"/>
            <a:ext cx="9144" cy="5907024"/>
          </a:xfrm>
          <a:prstGeom prst="rect">
            <a:avLst/>
          </a:prstGeom>
          <a:solidFill>
            <a:srgbClr val="E0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" y="713232"/>
            <a:ext cx="291922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46E7A"/>
                </a:solidFill>
                <a:latin typeface="Segoe UI"/>
              </a:rPr>
              <a:t>SDK Manager · Navigation &amp; Branding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" y="950976"/>
            <a:ext cx="2919222" cy="1613916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" y="950976"/>
            <a:ext cx="2919222" cy="19202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" y="978408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Configurable Journey Navigation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" y="1179576"/>
            <a:ext cx="749808" cy="141732"/>
          </a:xfrm>
          <a:prstGeom prst="rect">
            <a:avLst/>
          </a:prstGeom>
          <a:solidFill>
            <a:srgbClr val="E8F5E9"/>
          </a:solidFill>
          <a:ln w="6350">
            <a:solidFill>
              <a:srgbClr val="E8F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" y="1188720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5E20"/>
                </a:solidFill>
                <a:latin typeface="Segoe UI"/>
              </a:rPr>
              <a:t>✓ Completed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" y="138988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" y="133959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Navigation Rules save validation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" y="152247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" y="1472184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Navigation Rules &amp; View Conditions schema 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872" y="1641348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" y="1650492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" y="185166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" y="1801368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UX design for navigation rules configuration in SDK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" y="198424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" y="193395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Screen lifecycle actions in Screen Builder (frontend)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" y="2103120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" y="2112264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" y="231343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" y="2263140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Screen lifecycle actions execution in SDK runtime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" y="244602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" y="2395728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Idempotent outcome persistence for lifecycle actions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" y="2619756"/>
            <a:ext cx="2919222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" y="2619756"/>
            <a:ext cx="2919222" cy="192024"/>
          </a:xfrm>
          <a:prstGeom prst="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" y="2647188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Edit Sub Brand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" y="2848356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016" y="2857500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" y="305866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7744" y="300837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Sub-brand logo override from parent brand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8872" y="3177540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016" y="3186684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3736" y="338785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" y="3337560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Sub-brand creation workflow bug resolution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" y="3561588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" y="3561588"/>
            <a:ext cx="2919222" cy="192024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8016" y="3589020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Config ID Bundle Management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8872" y="3790188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" y="3799332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" y="400050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" y="3950208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Configuration history integration design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3736" y="4133087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7744" y="408279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Configuration variants relationship design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" y="4306824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" y="4306824"/>
            <a:ext cx="2919222" cy="19202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8016" y="4334256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SDK Version Workflow Enhancements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8872" y="4535424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016" y="4544568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3736" y="474573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" y="4695444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Save/Delete/Lifecycle consistency design for Versions &amp; Variants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" y="4878323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7744" y="482803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Safe &amp; consistent lifecycle implementation (frontend &amp; backend)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9904" y="658368"/>
            <a:ext cx="9144" cy="5907024"/>
          </a:xfrm>
          <a:prstGeom prst="rect">
            <a:avLst/>
          </a:prstGeom>
          <a:solidFill>
            <a:srgbClr val="E0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11246" y="713232"/>
            <a:ext cx="291922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46E7A"/>
                </a:solidFill>
                <a:latin typeface="Segoe UI"/>
              </a:rPr>
              <a:t>ToothScan 2.0 – Guided Photo Capture &amp; Analysis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11246" y="950976"/>
            <a:ext cx="2919222" cy="2738627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11246" y="950976"/>
            <a:ext cx="2919222" cy="192024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75253" y="978408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ToothScan 2.0 – Pet Parent Experience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166110" y="1179576"/>
            <a:ext cx="749808" cy="141732"/>
          </a:xfrm>
          <a:prstGeom prst="rect">
            <a:avLst/>
          </a:prstGeom>
          <a:solidFill>
            <a:srgbClr val="E8F5E9"/>
          </a:solidFill>
          <a:ln w="6350">
            <a:solidFill>
              <a:srgbClr val="E8F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75253" y="1188720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5E20"/>
                </a:solidFill>
                <a:latin typeface="Segoe UI"/>
              </a:rPr>
              <a:t>✓ Completed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20974" y="138988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84982" y="133959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Fixed content on welcome page &amp; fun fact page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20974" y="152247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84982" y="1472184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Resolved spacing issues in user questionnaire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20974" y="165506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84982" y="1604772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Restored back button on Additional Resources page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20974" y="178765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84982" y="1737360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Resolved mobile Stage testing observations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66110" y="1906524"/>
            <a:ext cx="749808" cy="141732"/>
          </a:xfrm>
          <a:prstGeom prst="rect">
            <a:avLst/>
          </a:prstGeom>
          <a:solidFill>
            <a:srgbClr val="FFF8E1"/>
          </a:solidFill>
          <a:ln w="6350">
            <a:solidFill>
              <a:srgbClr val="FFF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75253" y="1915667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57F17"/>
                </a:solidFill>
                <a:latin typeface="Segoe UI"/>
              </a:rPr>
              <a:t>⚙ In QA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20974" y="211683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84982" y="206654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Config ID stored in Outcomes DB – ToothScan tool updated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20974" y="224942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84982" y="2199132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CAS updated to persist Config ID in outcomes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20974" y="238201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84982" y="2331720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App context updated with Config ID across all tools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166110" y="2500884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75253" y="2510027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20974" y="271119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84982" y="266090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User Journey deployment to Preprod &amp; Production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20974" y="284378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284982" y="279349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Backend logger error resolution in ToothScan service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166110" y="2962656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75253" y="2971799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20974" y="317296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284982" y="3122675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Updated image upload error screens (new Figma designs)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20974" y="330555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284982" y="325526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Validation messages display fix on preview screen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20974" y="343814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284982" y="338785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Image Not Found error handling on user submission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220974" y="357073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84982" y="352043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Clickable option display correction on preview screen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37142" y="658368"/>
            <a:ext cx="9144" cy="5907024"/>
          </a:xfrm>
          <a:prstGeom prst="rect">
            <a:avLst/>
          </a:prstGeom>
          <a:solidFill>
            <a:srgbClr val="E0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58484" y="713232"/>
            <a:ext cx="291922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46E7A"/>
                </a:solidFill>
                <a:latin typeface="Segoe UI"/>
              </a:rPr>
              <a:t>Feedback, Migration &amp; Platform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8484" y="950976"/>
            <a:ext cx="2919222" cy="1284731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8484" y="950976"/>
            <a:ext cx="2919222" cy="192024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22492" y="978408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Feedback Capture – All Tools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13348" y="1179576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22492" y="1188720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68212" y="138988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32220" y="133959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Feedback submission API backend implementation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13348" y="1508760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22492" y="1517904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68212" y="171907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32220" y="1668780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Feedback Form frontend component (Drag &amp; Drop, Macro, Preview)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68212" y="185166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32220" y="1801368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Feedback Form API integration in SDK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68212" y="198424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32220" y="193395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Feedback analytics integration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68212" y="211683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32220" y="2066544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Feedback form frequency &amp; TTL settings in SDK Manager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158484" y="2290572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158484" y="2290572"/>
            <a:ext cx="2919222" cy="192024"/>
          </a:xfrm>
          <a:prstGeom prst="rect">
            <a:avLst/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222492" y="2318003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Monorepo Migration – Backend Services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213348" y="2519172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222492" y="2528315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268212" y="272948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332220" y="267919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Config-driven backend URL resolution (Check &amp; Care SDK)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268212" y="286207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32220" y="281177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Datadog monitoring migration &amp; shared library alignment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158484" y="3035808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158484" y="3035808"/>
            <a:ext cx="2919222" cy="192024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222492" y="3063239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Transition Live Tools → SDK Manager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13348" y="3264408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222492" y="3273551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8212" y="347472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32220" y="3424427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Onboarding 7 live tools to SDK Manager with Config IDs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268212" y="360730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332220" y="3557015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(PWC, KWC, ToothCheck, ToothScan, PoopScan, Dermascan, Pawscan)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158484" y="3781044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158484" y="3781044"/>
            <a:ext cx="2919222" cy="192024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222492" y="3808476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Platform Stability &amp; Modernization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213348" y="4009644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22492" y="4018787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68212" y="4219955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332220" y="416966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Reusable large text content component for Drag &amp; Drop builder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68212" y="4352543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32220" y="430225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SDK Version Template listing by species &amp; tool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58484" y="4526279"/>
            <a:ext cx="2919222" cy="5577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58484" y="4526279"/>
            <a:ext cx="2919222" cy="192024"/>
          </a:xfrm>
          <a:prstGeom prst="rect">
            <a:avLst/>
          </a:prstGeom>
          <a:solidFill>
            <a:srgbClr val="880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22492" y="4553712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Template Creation from SDK Version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213348" y="4754879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222492" y="4764023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8212" y="4965191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32220" y="491489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Template creation from existing SDK Version in SDK Manager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205722" y="713232"/>
            <a:ext cx="291922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46E7A"/>
                </a:solidFill>
                <a:latin typeface="Segoe UI"/>
              </a:rPr>
              <a:t>DevOps, Monitoring &amp; Cross-Cutting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205722" y="950976"/>
            <a:ext cx="2919222" cy="6903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205722" y="950976"/>
            <a:ext cx="2919222" cy="192024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269730" y="978408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DevOps – Apply DevOps Practices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260586" y="1179576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269730" y="1188720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15450" y="138988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79458" y="1339596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Sprint 48 CI/CD workflow maintenance &amp; fixes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315450" y="152247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379458" y="1472184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Azure infrastructure provisioning automation discovery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205722" y="1696212"/>
            <a:ext cx="2919222" cy="5577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205722" y="1696212"/>
            <a:ext cx="2919222" cy="192024"/>
          </a:xfrm>
          <a:prstGeom prst="rect">
            <a:avLst/>
          </a:prstGeom>
          <a:solidFill>
            <a:srgbClr val="4E3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269730" y="1723644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Daily Production Logs Monitoring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260586" y="1924812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269730" y="1933955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315450" y="213512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379458" y="208483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Ongoing production log monitoring &amp; alerting for Sprint 48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205722" y="2308860"/>
            <a:ext cx="2919222" cy="2276856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05722" y="2308860"/>
            <a:ext cx="2919222" cy="192024"/>
          </a:xfrm>
          <a:prstGeom prst="rect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269730" y="2336291"/>
            <a:ext cx="282778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Miscellaneous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9260586" y="2537460"/>
            <a:ext cx="749808" cy="141732"/>
          </a:xfrm>
          <a:prstGeom prst="rect">
            <a:avLst/>
          </a:prstGeom>
          <a:solidFill>
            <a:srgbClr val="E8F5E9"/>
          </a:solidFill>
          <a:ln w="6350">
            <a:solidFill>
              <a:srgbClr val="E8F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269730" y="2546603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5E20"/>
                </a:solidFill>
                <a:latin typeface="Segoe UI"/>
              </a:rPr>
              <a:t>✓ Completed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315450" y="274777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79458" y="269747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SDK Manager Variant Configurations view (backend) delivered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260586" y="2866644"/>
            <a:ext cx="749808" cy="141732"/>
          </a:xfrm>
          <a:prstGeom prst="rect">
            <a:avLst/>
          </a:prstGeom>
          <a:solidFill>
            <a:srgbClr val="E3F2FD"/>
          </a:solidFill>
          <a:ln w="6350"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269730" y="2875787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D47A1"/>
                </a:solidFill>
                <a:latin typeface="Segoe UI"/>
              </a:rPr>
              <a:t>⟳ In Progress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315450" y="3076956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379458" y="302666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Sprint 48 QA: integration testing &amp; GA tag verification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315450" y="3209544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379458" y="315925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Config ID in SDK app context across API requests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315450" y="3342132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379458" y="329183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Environment banner in SDK Manager header (Dev/Stage/PreProd/Prod)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315450" y="3474720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379458" y="3424427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Bundle validation alert when deleting assigned bundles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315450" y="3607308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379458" y="3557015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Calendar UI fix for Anicura SDK date entry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60586" y="3726179"/>
            <a:ext cx="749808" cy="141732"/>
          </a:xfrm>
          <a:prstGeom prst="rect">
            <a:avLst/>
          </a:prstGeom>
          <a:solidFill>
            <a:srgbClr val="F3E5F5"/>
          </a:solidFill>
          <a:ln w="6350">
            <a:solidFill>
              <a:srgbClr val="F3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269730" y="3735323"/>
            <a:ext cx="731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4A148C"/>
                </a:solidFill>
                <a:latin typeface="Segoe UI"/>
              </a:rPr>
              <a:t>◷ Planned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9315450" y="3936491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9379458" y="3886199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Weight range updates for Puppy &amp; Kitten Weight Check tools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9315450" y="4069079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379458" y="4018787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Analysis API &amp; submission results performance improvement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315450" y="4201667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9379458" y="4151375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Download Results container size consistency fix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315450" y="4334255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9379458" y="4283963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Backend job refactoring into workers structure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315450" y="4466843"/>
            <a:ext cx="36576" cy="36576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379458" y="4416551"/>
            <a:ext cx="2681478" cy="150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Segoe UI"/>
              </a:rPr>
              <a:t>Demo application Config ID–based SDK launch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