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36576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Digital Health Platform – Weekly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3383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Segoe UI"/>
              </a:rPr>
              <a:t>Project: Digital Health  ·  GD Core Team  ·  Report Date: June 29,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692640" y="155448"/>
            <a:ext cx="2331720" cy="320040"/>
          </a:xfrm>
          <a:prstGeom prst="rect">
            <a:avLst/>
          </a:prstGeom>
          <a:solidFill>
            <a:srgbClr val="0D47A1"/>
          </a:solidFill>
          <a:ln w="9525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0928" y="1645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GD Sprint 48  ·  Jun 23–Jul 6,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10972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638544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909C"/>
                </a:solidFill>
                <a:latin typeface="Segoe UI"/>
              </a:rPr>
              <a:t>Digital Health Platform  ·  GD Core Team  ·  Sprint 48  ·  Jun 23 – Jul 6,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6638544"/>
            <a:ext cx="4892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78909C"/>
                </a:solidFill>
                <a:latin typeface="Segoe UI"/>
              </a:rPr>
              <a:t>✓ 9 Completed    ⚙ 4 In QA    ⟳ 22 In Progress    ◷ 24 Planned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1792"/>
            <a:ext cx="12188952" cy="5961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39922" y="621792"/>
            <a:ext cx="14630" cy="596188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7160" y="621792"/>
            <a:ext cx="14630" cy="596188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34398" y="621792"/>
            <a:ext cx="14630" cy="596188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" y="676656"/>
            <a:ext cx="288264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SDK Manager · Navigation &amp; Branding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" y="868680"/>
            <a:ext cx="2882646" cy="10972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" y="923544"/>
            <a:ext cx="2882646" cy="1653235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" y="923544"/>
            <a:ext cx="36576" cy="1653235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" y="94183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Configurable Journey Navigation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" y="111099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2024" y="113842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" y="133959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" y="128930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Navigation Rules save validation delivered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" y="1474927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424635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Navigation Rules &amp; View Conditions schema completed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" y="1596542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" y="1797710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" y="1747418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UX design for navigation rules in SDK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" y="1933041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" y="1882749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Screen lifecycle actions in Screen Builder (FE)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" y="2054656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8" y="2255824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205532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Screen lifecycle actions execution in SDK runtime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6888" y="239115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234086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Idempotent outcome persistence for lifecycle actions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" y="2649931"/>
            <a:ext cx="2882646" cy="91531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" y="2649931"/>
            <a:ext cx="36576" cy="91531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" y="2668219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Edit Sub Brand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" y="2837383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" y="2864815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6888" y="3065983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3015691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Sub-brand logo override from parent brand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" y="318759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" y="338876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896" y="333847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Sub-brand creation workflow bug resolution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" y="3638397"/>
            <a:ext cx="2882646" cy="71871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" y="3638397"/>
            <a:ext cx="36576" cy="71871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" y="3656685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Config ID Bundle Management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736" y="3825849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" y="3853281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8" y="4054449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4004157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Configuration history integration design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6888" y="4189780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4139488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Configuration variants relationship design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" y="4430268"/>
            <a:ext cx="2882646" cy="71871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96" y="4430268"/>
            <a:ext cx="36576" cy="71871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736" y="4448556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SDK Version Workflow Enhancements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73736" y="4617720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2024" y="4645152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6888" y="4846320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0896" y="4796028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Save/Delete/Lifecycle consistency design for Versions &amp; Variants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46888" y="4981651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4931359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Safe &amp; consistent lifecycle implementation (FE &amp; BE)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9534" y="676656"/>
            <a:ext cx="288264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ToothScan 2.0 – Guided Photo Capture &amp; Analysis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29534" y="868680"/>
            <a:ext cx="2882646" cy="10972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29534" y="923544"/>
            <a:ext cx="2882646" cy="2797149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29534" y="923544"/>
            <a:ext cx="36576" cy="2797149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20974" y="94183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ToothScan 2.0 – Pet Parent Experience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20974" y="111099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39262" y="113842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COMPLETED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4126" y="133959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58134" y="128930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Fixed content on welcome page &amp; fun fact page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94126" y="1474927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58134" y="1424635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Resolved spacing issues in user questionnaire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94126" y="1610258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8134" y="1559966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Restored back button on Additional Resources page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94126" y="1745589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58134" y="1695297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Resolved mobile Stage testing observations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39262" y="1867204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QA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94126" y="2068372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358134" y="2018080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Config ID stored in Outcomes DB – ToothScan tool updated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94126" y="2203704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58134" y="2153412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CAS updated to persist Config ID in outcomes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94126" y="2339035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58134" y="2288743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App context updated with Config ID across all tools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39262" y="2460650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94126" y="2661818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58134" y="2611526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User Journey deployment to Preprod &amp; Production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94126" y="2797149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358134" y="2746857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Backend logger error resolution in ToothScan service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39262" y="2918764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94126" y="3119932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358134" y="3069640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Updated image upload error screens (new Figma designs)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94126" y="3255264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58134" y="3204972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Validation messages display fix on preview screen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94126" y="3390595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358134" y="3340303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Image Not Found error handling on user submission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94126" y="352592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58134" y="347563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Clickable option display correction on preview screen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176772" y="676656"/>
            <a:ext cx="288264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Feedback, Migration &amp; Platform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176772" y="868680"/>
            <a:ext cx="2882646" cy="10972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176772" y="923544"/>
            <a:ext cx="2882646" cy="132130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176772" y="923544"/>
            <a:ext cx="36576" cy="1321307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68212" y="94183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Feedback Capture – All Tools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8212" y="111099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86500" y="113842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41364" y="133959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05372" y="128930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Feedback submission API backend implementation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86500" y="1461211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41364" y="1662379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05372" y="1612087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Feedback Form frontend component (D&amp;D, Macro, Preview)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41364" y="1797710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05372" y="1747418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Feedback Form API integration in SDK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41364" y="1933041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5372" y="1882749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Feedback analytics integration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341364" y="2068372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05372" y="2018080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Feedback form frequency &amp; TTL settings in SDK Manager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76772" y="2318004"/>
            <a:ext cx="2882646" cy="71871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76772" y="2318004"/>
            <a:ext cx="36576" cy="71871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68212" y="233629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Monorepo Migration – Backend Services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268212" y="250545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286500" y="253288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41364" y="273405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05372" y="268376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Config-driven backend URL resolution (Check &amp; Care SDK)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41364" y="2869387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05372" y="2819095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Datadog monitoring migration &amp; shared library alignment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6772" y="3109874"/>
            <a:ext cx="2882646" cy="71871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176772" y="3109874"/>
            <a:ext cx="36576" cy="71871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68212" y="312816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Transition Live Tools → SDK Manager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8212" y="329732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286500" y="332475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341364" y="352592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05372" y="347563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Onboarding 7 live tools to SDK Manager with Config IDs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341364" y="3661257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405372" y="3610965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(PWC, KWC, ToothCheck, ToothScan, PoopScan, Dermascan, Pawscan)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176772" y="3901744"/>
            <a:ext cx="2882646" cy="71871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176772" y="3901744"/>
            <a:ext cx="36576" cy="71871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68212" y="392003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Platform Stability &amp; Modernization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68212" y="408919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86500" y="411662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41364" y="431779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05372" y="426750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Reusable large text content component for D&amp;D builder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41364" y="4453128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5372" y="4402836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SDK Version Template listing by species &amp; tool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176772" y="4693615"/>
            <a:ext cx="2882646" cy="58338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76772" y="4693615"/>
            <a:ext cx="36576" cy="583387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268212" y="4711903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Template Creation from SDK Version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268212" y="4881067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286500" y="4908499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341364" y="5109667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5372" y="5059375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Template creation from existing SDK Version in SDK Manager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224010" y="676656"/>
            <a:ext cx="288264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DevOps, Monitoring &amp; Cross-Cutting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9224010" y="868680"/>
            <a:ext cx="2882646" cy="10972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224010" y="923544"/>
            <a:ext cx="2882646" cy="71871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224010" y="923544"/>
            <a:ext cx="36576" cy="71871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315450" y="94183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DevOps – Apply DevOps Practices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315450" y="111099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333738" y="113842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388602" y="133959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452610" y="128930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Sprint 48 CI/CD workflow maintenance &amp; fixes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88602" y="1474927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452610" y="1424635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Azure infrastructure provisioning automation discovery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224010" y="1715414"/>
            <a:ext cx="2882646" cy="58338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224010" y="1715414"/>
            <a:ext cx="36576" cy="583387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15450" y="1733702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Daily Production Logs Monitoring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15450" y="1902866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333738" y="193029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388602" y="213146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452610" y="208117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Ongoing production log monitoring &amp; alerting – Sprint 48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224010" y="2371953"/>
            <a:ext cx="2882646" cy="2329891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224010" y="2371953"/>
            <a:ext cx="36576" cy="2329891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315450" y="2390241"/>
            <a:ext cx="2754629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47A1"/>
                </a:solidFill>
                <a:latin typeface="Segoe UI"/>
              </a:rPr>
              <a:t>Miscellaneous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315450" y="2559405"/>
            <a:ext cx="2754629" cy="7315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333738" y="2586837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COMPLETED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9388602" y="2788005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9452610" y="2737713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SDK Manager Variant Configurations view (BE) delivered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333738" y="2909620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IN PROGRESS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388602" y="3110788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452610" y="3060496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Sprint 48 QA: integration testing &amp; GA tag verification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388602" y="3246120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452610" y="3195828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Config ID in SDK app context across API requests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388602" y="3381451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452610" y="3331159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Environment banner in SDK Manager header (Dev/Stage/PreProd/Prod)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388602" y="3516782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452610" y="3466490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Bundle validation alert when deleting assigned bundles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388602" y="3652113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452610" y="3601821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Calendar UI fix for Anicura SDK date entry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333738" y="3773728"/>
            <a:ext cx="2718053" cy="13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7474F"/>
                </a:solidFill>
                <a:latin typeface="Segoe UI"/>
              </a:rPr>
              <a:t>PLANNED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9388602" y="3974896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452610" y="3924604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Weight range updates for Puppy &amp; Kitten Weight Check tools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388602" y="4110228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452610" y="4059936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Analysis API &amp; submission results performance improvement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9388602" y="4245559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9452610" y="4195267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Download Results container size consistency fix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9388602" y="4380890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452610" y="4330598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Backend job refactoring into workers structure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388602" y="4516221"/>
            <a:ext cx="29260" cy="2926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9452610" y="4465929"/>
            <a:ext cx="2590038" cy="15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44444"/>
                </a:solidFill>
                <a:latin typeface="Segoe UI"/>
              </a:rPr>
              <a:t>Demo application Config ID-based SDK launch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